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5029200" cy="502920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-640080"/>
            <a:ext cx="3566160" cy="3566160"/>
          </a:xfrm>
          <a:prstGeom prst="ellipse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91440"/>
            <a:ext cx="2468880" cy="2468880"/>
          </a:xfrm>
          <a:prstGeom prst="ellipse">
            <a:avLst/>
          </a:prstGeom>
          <a:solidFill>
            <a:srgbClr val="FF6B6B">
              <a:alpha val="3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spc="1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CUVR</a:t>
            </a:r>
            <a:endParaRPr lang="en-US" sz="9600" dirty="0"/>
          </a:p>
        </p:txBody>
      </p:sp>
      <p:sp>
        <p:nvSpPr>
          <p:cNvPr id="6" name="Shape 4"/>
          <p:cNvSpPr/>
          <p:nvPr/>
        </p:nvSpPr>
        <p:spPr>
          <a:xfrm>
            <a:off x="685800" y="2560320"/>
            <a:ext cx="548640" cy="731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697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VR Rehabilitation,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for the Gulf.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clinical-grade platform for physiotherapy and neurorehabilitation — built to fix the adherence problem that costs your clinic patients and revenue.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6634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Pitch  ·  Dubai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rehabilitation industry has an adherence problem.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quit before they recover — and clinics lose revenue, outcomes, and referrals.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2606040" cy="2651760"/>
          </a:xfrm>
          <a:prstGeom prst="rect">
            <a:avLst/>
          </a:prstGeom>
          <a:solidFill>
            <a:srgbClr val="F8FA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91640"/>
            <a:ext cx="73152" cy="26517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9202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85800" y="292608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physiotherapy patients drop out before completing their prescribed program.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691640"/>
            <a:ext cx="2606040" cy="2651760"/>
          </a:xfrm>
          <a:prstGeom prst="rect">
            <a:avLst/>
          </a:prstGeom>
          <a:solidFill>
            <a:srgbClr val="F8FA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1691640"/>
            <a:ext cx="73152" cy="26517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9202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3474720" y="292608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no-show rate across rehab clinics globally — even higher post-stroke.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691640"/>
            <a:ext cx="2606040" cy="2651760"/>
          </a:xfrm>
          <a:prstGeom prst="rect">
            <a:avLst/>
          </a:prstGeom>
          <a:solidFill>
            <a:srgbClr val="F8FA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691640"/>
            <a:ext cx="73152" cy="265176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9202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1.2B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263640" y="292608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UAE rehab spend tied to poor adherence outcomes.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WHO rehab data, peer-reviewed adherence studies, MENA healthtech market reports.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4800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CUVR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406640" y="4800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patients quit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four reasons appear in every adherence study, and they have nothing to do with patient willpower.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023360" cy="1280160"/>
          </a:xfrm>
          <a:prstGeom prst="rect">
            <a:avLst/>
          </a:prstGeom>
          <a:solidFill>
            <a:srgbClr val="F8FA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83080"/>
            <a:ext cx="731520" cy="73152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734" y="1944014"/>
            <a:ext cx="409651" cy="4096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67335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repetitive and boring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54480" y="205740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reps of the same shoulder exercise is mentally exhausting. Patients lose motivation by week 2.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17720" y="1508760"/>
            <a:ext cx="4023360" cy="1280160"/>
          </a:xfrm>
          <a:prstGeom prst="rect">
            <a:avLst/>
          </a:prstGeom>
          <a:solidFill>
            <a:srgbClr val="F8FA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46320" y="1783080"/>
            <a:ext cx="731520" cy="73152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7254" y="1944014"/>
            <a:ext cx="409651" cy="4096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15000" y="167335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feels invisible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715000" y="205740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happens in millimeters. Without measurable signals, patients believe they're not improving.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2926080"/>
            <a:ext cx="4023360" cy="1280160"/>
          </a:xfrm>
          <a:prstGeom prst="rect">
            <a:avLst/>
          </a:prstGeom>
          <a:solidFill>
            <a:srgbClr val="F8FA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85800" y="3200400"/>
            <a:ext cx="731520" cy="73152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" y="3361334"/>
            <a:ext cx="409651" cy="4096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09067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therapist between sessions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554480" y="347472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exercise programs see &lt;40% compliance. There's no feedback loop, no accountability.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617720" y="2926080"/>
            <a:ext cx="4023360" cy="1280160"/>
          </a:xfrm>
          <a:prstGeom prst="rect">
            <a:avLst/>
          </a:prstGeom>
          <a:solidFill>
            <a:srgbClr val="F8FA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846320" y="3200400"/>
            <a:ext cx="731520" cy="73152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7254" y="3361334"/>
            <a:ext cx="409651" cy="40965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715000" y="309067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and fear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715000" y="347472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Post-stroke and post-op patients avoid difficult movements. Avoidance compounds into permanent deficits.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365760" y="4800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CUVR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7406640" y="4800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1097280"/>
            <a:ext cx="3200400" cy="3200400"/>
          </a:xfrm>
          <a:prstGeom prst="ellipse">
            <a:avLst/>
          </a:prstGeom>
          <a:solidFill>
            <a:srgbClr val="00D4AA">
              <a:alpha val="12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548640"/>
            <a:ext cx="2103120" cy="2103120"/>
          </a:xfrm>
          <a:prstGeom prst="ellipse">
            <a:avLst/>
          </a:prstGeom>
          <a:solidFill>
            <a:srgbClr val="FF6B6B">
              <a:alpha val="18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Rehab patients can't quit again.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CUVR turns physiotherapy and neurorehabilitation into immersive, adaptive games. Patients don't see exercises — they see goals, scores, and progress. Therapists see live biomechanical data, automated reporting, and outcomes that justify reimbursement.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657600"/>
            <a:ext cx="2606040" cy="960120"/>
          </a:xfrm>
          <a:prstGeom prst="rect">
            <a:avLst/>
          </a:prstGeom>
          <a:solidFill>
            <a:srgbClr val="071A30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3858768"/>
            <a:ext cx="548640" cy="54864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493" y="3979469"/>
            <a:ext cx="307238" cy="30723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3794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Immersive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280160" y="4114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VR — no setup, no cables.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46120" y="3657600"/>
            <a:ext cx="2606040" cy="960120"/>
          </a:xfrm>
          <a:prstGeom prst="rect">
            <a:avLst/>
          </a:prstGeom>
          <a:solidFill>
            <a:srgbClr val="071A30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10712" y="3858768"/>
            <a:ext cx="548640" cy="54864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1413" y="3979469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69080" y="3794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069080" y="4114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games tuned to clinical protocol.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035040" y="3657600"/>
            <a:ext cx="2606040" cy="960120"/>
          </a:xfrm>
          <a:prstGeom prst="rect">
            <a:avLst/>
          </a:prstGeom>
          <a:solidFill>
            <a:srgbClr val="071A30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199632" y="3858768"/>
            <a:ext cx="548640" cy="54864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0333" y="3979469"/>
            <a:ext cx="307238" cy="30723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58000" y="37947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858000" y="4114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data, outcomes dashboard, EMR-ready.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CUVR fits into your clinic workflow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 deployment. No EMR changes. Therapist-led, patient-driven.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02920" cy="50292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49047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Therapist prescribes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7830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from 40+ clinical protocols — stroke, balance, post-op, more.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258568"/>
            <a:ext cx="502920" cy="50292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58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22402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straps in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53288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VR headset, sanitized, ready in 90 seconds.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008376"/>
            <a:ext cx="502920" cy="50292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008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299008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adapts in real time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328269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difficulty adjusts to range-of-motion, reps, fatigue.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758184"/>
            <a:ext cx="502920" cy="50292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58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373989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auto-logged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03250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report and SOAP-ready notes hit the dashboard instantly.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1508760"/>
            <a:ext cx="3840480" cy="27432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92040" y="1554480"/>
            <a:ext cx="3749040" cy="2651760"/>
          </a:xfrm>
          <a:prstGeom prst="rect">
            <a:avLst/>
          </a:prstGeom>
          <a:solidFill>
            <a:srgbClr val="0A2540"/>
          </a:solidFill>
          <a:ln w="9525">
            <a:solidFill>
              <a:srgbClr val="00D4AA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6377940" y="2354580"/>
            <a:ext cx="777240" cy="77724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2532" y="2519172"/>
            <a:ext cx="457200" cy="4572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029200" y="3749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IN: 60s clinic walkthrough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029200" y="1691640"/>
            <a:ext cx="640080" cy="25603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0" y="16916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65760" y="4800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CUVR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406640" y="4800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conditions that fill your schedule.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Forty validated protocols across five clinical domains, with new content every quarter.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74904" y="1554480"/>
            <a:ext cx="1627632" cy="2331720"/>
          </a:xfrm>
          <a:prstGeom prst="rect">
            <a:avLst/>
          </a:prstGeom>
          <a:solidFill>
            <a:srgbClr val="F8FA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1554480"/>
            <a:ext cx="1627632" cy="731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874520"/>
            <a:ext cx="640080" cy="64008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2015338"/>
            <a:ext cx="358445" cy="35844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6344" y="265176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Neurorehabilitation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84632" y="3108960"/>
            <a:ext cx="1408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(upper &amp; lower limb), Parkinson's, MS, TBI.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066544" y="1554480"/>
            <a:ext cx="1627632" cy="2331720"/>
          </a:xfrm>
          <a:prstGeom prst="rect">
            <a:avLst/>
          </a:prstGeom>
          <a:solidFill>
            <a:srgbClr val="F8FA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66544" y="1554480"/>
            <a:ext cx="1627632" cy="7315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60320" y="1874520"/>
            <a:ext cx="640080" cy="64008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1138" y="2015338"/>
            <a:ext cx="358445" cy="35844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157984" y="265176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Post-Surgical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176272" y="3108960"/>
            <a:ext cx="1408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ACL, TKR, rotator cuff, post-fracture mobility.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758184" y="1554480"/>
            <a:ext cx="1627632" cy="2331720"/>
          </a:xfrm>
          <a:prstGeom prst="rect">
            <a:avLst/>
          </a:prstGeom>
          <a:solidFill>
            <a:srgbClr val="F8FA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758184" y="1554480"/>
            <a:ext cx="1627632" cy="73152"/>
          </a:xfrm>
          <a:prstGeom prst="rect">
            <a:avLst/>
          </a:prstGeom>
          <a:solidFill>
            <a:srgbClr val="00A685"/>
          </a:solidFill>
          <a:ln w="12700">
            <a:solidFill>
              <a:srgbClr val="00A68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251960" y="1874520"/>
            <a:ext cx="640080" cy="640080"/>
          </a:xfrm>
          <a:prstGeom prst="ellipse">
            <a:avLst/>
          </a:prstGeom>
          <a:solidFill>
            <a:srgbClr val="00A685"/>
          </a:solidFill>
          <a:ln w="12700">
            <a:solidFill>
              <a:srgbClr val="00A685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2778" y="2015338"/>
            <a:ext cx="358445" cy="35844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849624" y="265176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&amp; Vestibular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3867912" y="3108960"/>
            <a:ext cx="1408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prevention, BPPV, geriatric stability.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5449824" y="1554480"/>
            <a:ext cx="1627632" cy="2331720"/>
          </a:xfrm>
          <a:prstGeom prst="rect">
            <a:avLst/>
          </a:prstGeom>
          <a:solidFill>
            <a:srgbClr val="F8FA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449824" y="1554480"/>
            <a:ext cx="1627632" cy="73152"/>
          </a:xfrm>
          <a:prstGeom prst="rect">
            <a:avLst/>
          </a:prstGeom>
          <a:solidFill>
            <a:srgbClr val="E55050"/>
          </a:solidFill>
          <a:ln w="12700">
            <a:solidFill>
              <a:srgbClr val="E5505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943600" y="1874520"/>
            <a:ext cx="640080" cy="640080"/>
          </a:xfrm>
          <a:prstGeom prst="ellipse">
            <a:avLst/>
          </a:prstGeom>
          <a:solidFill>
            <a:srgbClr val="E55050"/>
          </a:solidFill>
          <a:ln w="12700">
            <a:solidFill>
              <a:srgbClr val="E5505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4418" y="2015338"/>
            <a:ext cx="358445" cy="35844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41264" y="265176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Pain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5559552" y="3108960"/>
            <a:ext cx="1408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back, fibromyalgia, exposure therapy.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7141464" y="1554480"/>
            <a:ext cx="1627632" cy="2331720"/>
          </a:xfrm>
          <a:prstGeom prst="rect">
            <a:avLst/>
          </a:prstGeom>
          <a:solidFill>
            <a:srgbClr val="F8FA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7141464" y="1554480"/>
            <a:ext cx="1627632" cy="7315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7635240" y="1874520"/>
            <a:ext cx="640080" cy="64008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6058" y="2015338"/>
            <a:ext cx="358445" cy="358445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232904" y="265176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Pediatric Therapy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7251192" y="3108960"/>
            <a:ext cx="1408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Cerebral palsy, autism motor skills, engagement.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365760" y="4800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CUVR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7406640" y="4800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00D4AA">
              <a:alpha val="1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CUVR in action.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90-second look at a real stroke-rehab session — patient view, therapist dashboard, outcome data.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1463040"/>
            <a:ext cx="7315200" cy="31089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508760"/>
            <a:ext cx="7223760" cy="3017520"/>
          </a:xfrm>
          <a:prstGeom prst="rect">
            <a:avLst/>
          </a:prstGeom>
          <a:solidFill>
            <a:srgbClr val="0A2540"/>
          </a:solidFill>
          <a:ln w="9525">
            <a:solidFill>
              <a:srgbClr val="00D4AA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4183380" y="2491740"/>
            <a:ext cx="777240" cy="77724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7972" y="2656332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406908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DEMO REEL — drop your product video here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097280" y="1645920"/>
            <a:ext cx="640080" cy="25603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16459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is no longer experimental.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Peer-reviewed studies show VR-gamified rehab matches or exceeds conventional therapy on the metrics that matter.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1280160"/>
          </a:xfrm>
          <a:prstGeom prst="rect">
            <a:avLst/>
          </a:prstGeom>
          <a:solidFill>
            <a:srgbClr val="F8FA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73152" cy="128016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27632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+38%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148840" y="1627632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in upper-limb motor recovery vs. conventional therapy (post-stroke RCTs).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17720" y="1463040"/>
            <a:ext cx="4023360" cy="1280160"/>
          </a:xfrm>
          <a:prstGeom prst="rect">
            <a:avLst/>
          </a:prstGeom>
          <a:solidFill>
            <a:srgbClr val="F8FA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1463040"/>
            <a:ext cx="73152" cy="12801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627632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2.4x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309360" y="1627632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session adherence compared to traditional home-exercise programs.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4023360" cy="1280160"/>
          </a:xfrm>
          <a:prstGeom prst="rect">
            <a:avLst/>
          </a:prstGeom>
          <a:solidFill>
            <a:srgbClr val="F8FA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926080"/>
            <a:ext cx="73152" cy="12801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090672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−27%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148840" y="3090672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pain reduction in chronic-pain VR therapy meta-analysis.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17720" y="2926080"/>
            <a:ext cx="4023360" cy="1280160"/>
          </a:xfrm>
          <a:prstGeom prst="rect">
            <a:avLst/>
          </a:prstGeom>
          <a:solidFill>
            <a:srgbClr val="F8FA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2926080"/>
            <a:ext cx="73152" cy="1280160"/>
          </a:xfrm>
          <a:prstGeom prst="rect">
            <a:avLst/>
          </a:prstGeom>
          <a:solidFill>
            <a:srgbClr val="00A685"/>
          </a:solidFill>
          <a:ln w="12700">
            <a:solidFill>
              <a:srgbClr val="00A68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090672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A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309360" y="3090672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patients say VR rehab is "more enjoyable" than standard physio.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4988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Lancet Neurology 2022, Stroke 2023, Cochrane VR-rehab review, JMIR Serious Games meta-analyses. CUVR pilot data forthcoming.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65760" y="4800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CUVR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406640" y="4800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CLINIC OPERATORS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CUVR makes your clinic measurably more profitable.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3977640" cy="1280160"/>
          </a:xfrm>
          <a:prstGeom prst="rect">
            <a:avLst/>
          </a:prstGeom>
          <a:solidFill>
            <a:srgbClr val="F8FA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01368"/>
            <a:ext cx="685800" cy="68580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" y="1952244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7099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+22% revenue per therapist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54480" y="207568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billable sessions per hour. Less manual documentation. Higher case-load capacity.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508760"/>
            <a:ext cx="3977640" cy="1280160"/>
          </a:xfrm>
          <a:prstGeom prst="rect">
            <a:avLst/>
          </a:prstGeom>
          <a:solidFill>
            <a:srgbClr val="F8FA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46320" y="1801368"/>
            <a:ext cx="685800" cy="68580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7196" y="1952244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17099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+40% patient retention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669280" y="207568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Engaged patients return. Adherence drives outcomes drives referrals.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26080"/>
            <a:ext cx="3977640" cy="1280160"/>
          </a:xfrm>
          <a:prstGeom prst="rect">
            <a:avLst/>
          </a:prstGeom>
          <a:solidFill>
            <a:srgbClr val="F8FA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218688"/>
            <a:ext cx="685800" cy="68580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" y="3369564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31272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pricing, premium positioning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554480" y="349300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AED 350-500/session and justify it with measurable outcome data.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663440" y="2926080"/>
            <a:ext cx="3977640" cy="1280160"/>
          </a:xfrm>
          <a:prstGeom prst="rect">
            <a:avLst/>
          </a:prstGeom>
          <a:solidFill>
            <a:srgbClr val="F8FA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846320" y="3218688"/>
            <a:ext cx="685800" cy="68580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7196" y="3369564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69280" y="31272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Insurance-ready outcome reports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669280" y="349300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outcome metrics make reimbursement conversations significantly easier.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365760" y="4800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CUVR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7406640" y="4800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PATIENTS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don't dread therapy. They look forward to it.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57200" cy="45720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65506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536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017520" y="1536192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Therapy feels like a game, not a chore. Time-on-task increases by an average of 2.4x.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2267712"/>
            <a:ext cx="457200" cy="45720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2368296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22494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progress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017520" y="2249424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scoring, leaderboards, and weekly outcome reports keep patients motivated.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2980944"/>
            <a:ext cx="457200" cy="45720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3081528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29626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Pain-aware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3017520" y="2962656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difficulty modulation prevents over-exertion and re-injury — patients feel safe pushing harder.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3694176"/>
            <a:ext cx="457200" cy="45720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" y="3794760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97280" y="36758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Home-extendable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3017520" y="3675888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CUVR home between sessions. Therapist sees your data the next morning.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4434840"/>
            <a:ext cx="8229600" cy="38404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457200" y="44348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"For the first time, my patients ASK for their next session."  — Senior Physiotherapist, Dubai pilot site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commercial model. No surprises.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included. SaaS-style. You earn back the cost in roughly 6-9 months at typical clinic utilization.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06040" cy="3063240"/>
          </a:xfrm>
          <a:prstGeom prst="rect">
            <a:avLst/>
          </a:prstGeom>
          <a:solidFill>
            <a:srgbClr val="F8FAFB"/>
          </a:solidFill>
          <a:ln w="9525">
            <a:solidFill>
              <a:srgbClr val="0A25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2606040" cy="7315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18,000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per location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3154680"/>
            <a:ext cx="164592" cy="164592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089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headset (Quest 3) + sanitization kit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" y="3611880"/>
            <a:ext cx="164592" cy="164592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5661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Therapist training (2 sessions)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" y="4069080"/>
            <a:ext cx="164592" cy="164592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0233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patient onboarding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46120" y="1554480"/>
            <a:ext cx="2606040" cy="3063240"/>
          </a:xfrm>
          <a:prstGeom prst="rect">
            <a:avLst/>
          </a:prstGeom>
          <a:solidFill>
            <a:srgbClr val="0A2540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1554480"/>
            <a:ext cx="2606040" cy="731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178308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29000" y="210312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4,500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429000" y="269748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location, monthly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0" y="3154680"/>
            <a:ext cx="164592" cy="16459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03320" y="31089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therapist accounts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74720" y="3611880"/>
            <a:ext cx="164592" cy="16459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03320" y="35661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&amp; reporting dashboard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0" y="4069080"/>
            <a:ext cx="164592" cy="16459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03320" y="40233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content updates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5040" y="1554480"/>
            <a:ext cx="2606040" cy="3063240"/>
          </a:xfrm>
          <a:prstGeom prst="rect">
            <a:avLst/>
          </a:prstGeom>
          <a:solidFill>
            <a:srgbClr val="F8FAFB"/>
          </a:solidFill>
          <a:ln w="9525">
            <a:solidFill>
              <a:srgbClr val="FF6B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35040" y="1554480"/>
            <a:ext cx="2606040" cy="731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178308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SESSION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0" y="210312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35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217920" y="269748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completed patient session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63640" y="3154680"/>
            <a:ext cx="164592" cy="16459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31089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minimum commitment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63640" y="3611880"/>
            <a:ext cx="164592" cy="16459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35661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discounts at 200+/mo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63640" y="4069080"/>
            <a:ext cx="164592" cy="16459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0" y="40233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billing support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5760" y="4800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CUVR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406640" y="4800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contract signed to first patient session — 21 days.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White-glove onboarding. Your team is supported every step of the way.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2240280"/>
            <a:ext cx="77724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992" y="2075688"/>
            <a:ext cx="402336" cy="402336"/>
          </a:xfrm>
          <a:prstGeom prst="ellipse">
            <a:avLst/>
          </a:prstGeom>
          <a:solidFill>
            <a:srgbClr val="00D4A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1-3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assessment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953512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Walkthrough, IT review, identify therapy bay.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24912" y="2075688"/>
            <a:ext cx="402336" cy="402336"/>
          </a:xfrm>
          <a:prstGeom prst="ellipse">
            <a:avLst/>
          </a:prstGeom>
          <a:solidFill>
            <a:srgbClr val="00D4A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1463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4-10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03120" y="2606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delivery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03120" y="2953512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Headset shipped, network set up, account provisioning.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70832" y="2075688"/>
            <a:ext cx="402336" cy="402336"/>
          </a:xfrm>
          <a:prstGeom prst="ellipse">
            <a:avLst/>
          </a:prstGeom>
          <a:solidFill>
            <a:srgbClr val="00D4A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1463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11-17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49040" y="2606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Therapist training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49040" y="2953512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90-min sessions, certification, protocol library tour.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16752" y="2075688"/>
            <a:ext cx="402336" cy="402336"/>
          </a:xfrm>
          <a:prstGeom prst="ellipse">
            <a:avLst/>
          </a:prstGeom>
          <a:solidFill>
            <a:srgbClr val="00D4A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0" y="1463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18-21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94960" y="2606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launch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94960" y="2953512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5 patients, on-site CUVR specialist support.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662672" y="2075688"/>
            <a:ext cx="402336" cy="402336"/>
          </a:xfrm>
          <a:prstGeom prst="ellipse">
            <a:avLst/>
          </a:prstGeom>
          <a:solidFill>
            <a:srgbClr val="FF6B6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1463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22+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40880" y="2606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40880" y="2953512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schedule integration, monthly outcome reviews.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65760" y="4800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CUVR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406640" y="4800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743200"/>
            <a:ext cx="4114800" cy="4114800"/>
          </a:xfrm>
          <a:prstGeom prst="ellipse">
            <a:avLst/>
          </a:prstGeom>
          <a:solidFill>
            <a:srgbClr val="FF6B6B">
              <a:alpha val="2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PILOT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risk-free pilot. Five patients. Real outcomes.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partnering with a small group of leading clinics, hospitals, and home-care providers across the UAE. If outcomes don't speak for themselves at day 60, you walk away — no fees, no commitment.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8803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PROVIDE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3310128"/>
            <a:ext cx="164592" cy="16459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32461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Headset + setup (no charge)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3657600"/>
            <a:ext cx="164592" cy="16459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35935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Therapist training (2 sessions)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4005072"/>
            <a:ext cx="164592" cy="16459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9410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launch support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4352544"/>
            <a:ext cx="164592" cy="16459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42885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reports &amp; ROI analysis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28803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ASK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3310128"/>
            <a:ext cx="164592" cy="16459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47488" y="32461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candidate patients (any indication)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3657600"/>
            <a:ext cx="164592" cy="16459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47488" y="35935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lead therapist for 4 hours of training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4005072"/>
            <a:ext cx="164592" cy="16459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47488" y="39410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30-min check-ins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4352544"/>
            <a:ext cx="164592" cy="16459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47488" y="42885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to publish anonymized results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now. Why Dubai.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timing is rare. The regulatory window is open. The first movers will define the category.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23360" cy="1280160"/>
          </a:xfrm>
          <a:prstGeom prst="rect">
            <a:avLst/>
          </a:prstGeom>
          <a:solidFill>
            <a:srgbClr val="F8FA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847088"/>
            <a:ext cx="685800" cy="68580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" y="1997964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556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Health Strategy 2026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08760" y="212140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 actively prioritizing digital therapeutics and outcome-based care models.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17720" y="1554480"/>
            <a:ext cx="4023360" cy="1280160"/>
          </a:xfrm>
          <a:prstGeom prst="rect">
            <a:avLst/>
          </a:prstGeom>
          <a:solidFill>
            <a:srgbClr val="F8FA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46320" y="1847088"/>
            <a:ext cx="685800" cy="68580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7196" y="1997964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17556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finally ready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669280" y="212140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VR (Quest 3, Pico) crossed the medical-grade threshold in 2024.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2971800"/>
            <a:ext cx="4023360" cy="1280160"/>
          </a:xfrm>
          <a:prstGeom prst="rect">
            <a:avLst/>
          </a:prstGeom>
          <a:solidFill>
            <a:srgbClr val="F8FA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85800" y="3264408"/>
            <a:ext cx="685800" cy="68580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" y="3415284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1729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density advantage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508760" y="353872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95%+ insured population creates clear payer pathway, rare globally.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617720" y="2971800"/>
            <a:ext cx="4023360" cy="1280160"/>
          </a:xfrm>
          <a:prstGeom prst="rect">
            <a:avLst/>
          </a:prstGeom>
          <a:solidFill>
            <a:srgbClr val="F8FA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846320" y="3264408"/>
            <a:ext cx="685800" cy="68580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7196" y="3415284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69280" y="31729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First-mover window: ~24 months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669280" y="353872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dominant VR rehab brand in MENA yet. Position now or pay for it later.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365760" y="4800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CUVR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7406640" y="4800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560320"/>
            <a:ext cx="4114800" cy="4114800"/>
          </a:xfrm>
          <a:prstGeom prst="ellipse">
            <a:avLst/>
          </a:prstGeom>
          <a:solidFill>
            <a:srgbClr val="00D4AA">
              <a:alpha val="2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get five of your patients onto CUVR.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concrete next steps: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697480"/>
            <a:ext cx="365760" cy="36576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6791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30-min walkthrough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or video. Live product, your team.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365760" cy="36576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31821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5 pilot patients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3429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indication. We'll co-design the protocol.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703320"/>
            <a:ext cx="365760" cy="36576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6850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in 21 days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3931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pilot. No commitment. Real outcomes.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71A30"/>
          </a:solidFill>
          <a:ln w="12700">
            <a:solidFill>
              <a:srgbClr val="071A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572000"/>
            <a:ext cx="8229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CUVR  ·  hello@cuvr.health  ·  cuvr.health  ·  Dubai, UAE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CUVR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CUVR — Gamified VR Rehabilitation</dc:title>
  <dc:subject>PptxGenJS Presentation</dc:subject>
  <dc:creator>CUVR</dc:creator>
  <cp:lastModifiedBy>CUVR</cp:lastModifiedBy>
  <cp:revision>1</cp:revision>
  <dcterms:created xsi:type="dcterms:W3CDTF">2026-04-28T10:53:50Z</dcterms:created>
  <dcterms:modified xsi:type="dcterms:W3CDTF">2026-04-28T10:53:50Z</dcterms:modified>
</cp:coreProperties>
</file>